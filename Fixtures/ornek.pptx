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PDF Atölye PowerPoint deneme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Türkçe karakterler: ğüşıöç İĞÜŞÖÇ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